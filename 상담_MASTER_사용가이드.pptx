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92d0812ebf46db" /><Relationship Type="http://schemas.openxmlformats.org/officeDocument/2006/relationships/extended-properties" Target="/docProps/app.xml" Id="Ra0856aaa42354de1" /><Relationship Type="http://schemas.openxmlformats.org/officeDocument/2006/relationships/officeDocument" Target="/ppt/presentation.xml" Id="R1bb37e1f04064b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90c20d24f94038"/>
  </p:sldMasterIdLst>
  <p:notesMasterIdLst>
    <p:notesMasterId xmlns:r="http://schemas.openxmlformats.org/officeDocument/2006/relationships" r:id="Rfa8693360f8b478e"/>
  </p:notesMasterIdLst>
  <p:sldIdLst>
    <p:sldId xmlns:r="http://schemas.openxmlformats.org/officeDocument/2006/relationships" id="256" r:id="R3900cd6ffe8f4a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8aef59b97b4ed6" /><Relationship Type="http://schemas.openxmlformats.org/officeDocument/2006/relationships/slideMaster" Target="/ppt/slideMasters/slideMaster1.xml" Id="R8990c20d24f94038" /><Relationship Type="http://schemas.openxmlformats.org/officeDocument/2006/relationships/notesMaster" Target="/ppt/notesMasters/notesMaster1.xml" Id="Rfa8693360f8b478e" /><Relationship Type="http://schemas.openxmlformats.org/officeDocument/2006/relationships/presProps" Target="/ppt/presProps.xml" Id="Rdaf7c075a577432a" /><Relationship Type="http://schemas.openxmlformats.org/officeDocument/2006/relationships/tableStyles" Target="/ppt/tableStyles.xml" Id="Ra1b3fd21a4c543a9" /><Relationship Type="http://schemas.openxmlformats.org/officeDocument/2006/relationships/slide" Target="/ppt/slides/slide1.xml" Id="R3900cd6ffe8f4a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5623bf5615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0d96536fe4dbf" /><Relationship Type="http://schemas.openxmlformats.org/officeDocument/2006/relationships/notesMaster" Target="/ppt/notesMasters/notesMaster1.xml" Id="Rf5d383fb204e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팀미팅에서 상담 MASTER를 소개할 때 한 장으로 보여주는 안내입니다.</a:t>
            </a:r>
          </a:p>
          <a:p xmlns:a="http://schemas.openxmlformats.org/drawingml/2006/main">
            <a:r>
              <a:t>핵심 메시지는 출력 없이 바로 보기, 필요한 교육 찾기, RP 참고의 세 가지입니다.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기능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2a889f45749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b52d8eaecf44af" /><Relationship Type="http://schemas.openxmlformats.org/officeDocument/2006/relationships/slideLayout" Target="/ppt/slideLayouts/slideLayout1.xml" Id="R43bfe75458bf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bfe75458bf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af369adba4d6a" /><Relationship Type="http://schemas.openxmlformats.org/officeDocument/2006/relationships/image" Target="/ppt/media/image.png" Id="R4a27547d41cf4126" /><Relationship Type="http://schemas.openxmlformats.org/officeDocument/2006/relationships/notesSlide" Target="/ppt/notesSlides/notesSlide1.xml" Id="R922a3a45ca4b48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44EA4-D3A7-4930-8E3A-D6B07E10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323850"/>
          </a:xfrm>
          <a:prstGeom xmlns:a="http://schemas.openxmlformats.org/drawingml/2006/main" prst="roundRect">
            <a:avLst>
              <a:gd name="adj" fmla="val 47059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4CF5"/>
                </a:solidFill>
              </a:defRPr>
            </a:pPr>
            <a:r>
              <a:rPr sz="1200" b="1">
                <a:solidFill>
                  <a:srgbClr val="6F4CF5"/>
                </a:solidFill>
              </a:rPr>
              <a:t>상담 MASTER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3D0D5-9151-402E-9D51-1E66A6F9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51F"/>
                </a:solidFill>
              </a:defRPr>
            </a:pPr>
            <a:r>
              <a:rPr sz="3600" b="1">
                <a:solidFill>
                  <a:srgbClr val="17151F"/>
                </a:solidFill>
              </a:rPr>
              <a:t>상담 교육,</a:t>
            </a:r>
          </a:p>
          <a:p xmlns:a="http://schemas.openxmlformats.org/drawingml/2006/main">
            <a:pPr algn="l">
              <a:defRPr sz="3600" b="1">
                <a:solidFill>
                  <a:srgbClr val="17151F"/>
                </a:solidFill>
              </a:defRPr>
            </a:pPr>
            <a:r>
              <a:rPr sz="3600" b="1">
                <a:solidFill>
                  <a:srgbClr val="17151F"/>
                </a:solidFill>
              </a:rPr>
              <a:t>출력하지 말고</a:t>
            </a:r>
          </a:p>
          <a:p xmlns:a="http://schemas.openxmlformats.org/drawingml/2006/main">
            <a:pPr algn="l">
              <a:defRPr sz="3600" b="1">
                <a:solidFill>
                  <a:srgbClr val="17151F"/>
                </a:solidFill>
              </a:defRPr>
            </a:pPr>
            <a:r>
              <a:rPr sz="3600" b="1">
                <a:solidFill>
                  <a:srgbClr val="17151F"/>
                </a:solidFill>
              </a:rPr>
              <a:t>여기서 바로 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EB81E-3C99-4292-B797-AD42DF2C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4333875" cy="6858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06A79"/>
                </a:solidFill>
              </a:defRPr>
            </a:pPr>
            <a:r>
              <a:rPr sz="1650" b="0">
                <a:solidFill>
                  <a:srgbClr val="706A79"/>
                </a:solidFill>
              </a:rPr>
              <a:t>팀미팅 · 상담 준비 · RP 연습에</a:t>
            </a:r>
          </a:p>
          <a:p xmlns:a="http://schemas.openxmlformats.org/drawingml/2006/main">
            <a:pPr algn="l">
              <a:defRPr sz="1650" b="0">
                <a:solidFill>
                  <a:srgbClr val="706A79"/>
                </a:solidFill>
              </a:defRPr>
            </a:pPr>
            <a:r>
              <a:rPr sz="1650" b="0">
                <a:solidFill>
                  <a:srgbClr val="706A79"/>
                </a:solidFill>
              </a:rPr>
              <a:t>필요한 자료를 한곳에서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7547d41cf4126"/>
          <a:stretch xmlns:a="http://schemas.openxmlformats.org/drawingml/2006/main"/>
        </p:blipFill>
        <p:spPr>
          <a:xfrm xmlns:a="http://schemas.openxmlformats.org/drawingml/2006/main">
            <a:off x="1695450" y="42100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43097-3180-40E7-B2C5-821EE05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23900"/>
            <a:ext cx="19050" cy="53911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6E0EA"/>
          </a:solidFill>
          <a:ln xmlns:a="http://schemas.openxmlformats.org/drawingml/2006/main" w="9525">
            <a:solidFill>
              <a:srgbClr val="E6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EECB5-B063-4E57-9160-CA2E404D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38200"/>
            <a:ext cx="5905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A8683-FAC3-45A4-BC93-85D9135F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9150"/>
            <a:ext cx="4476750" cy="41910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F"/>
                </a:solidFill>
              </a:defRPr>
            </a:pPr>
            <a:r>
              <a:rPr sz="2025" b="1">
                <a:solidFill>
                  <a:srgbClr val="17151F"/>
                </a:solidFill>
              </a:rPr>
              <a:t>상담력 인사이트 바로 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DD08A-BDF4-4ED0-8BC8-31BD01CF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33500"/>
            <a:ext cx="4476750" cy="628650"/>
          </a:xfrm>
          <a:prstGeom xmlns:a="http://schemas.openxmlformats.org/drawingml/2006/main" prst="roundRect">
            <a:avLst>
              <a:gd name="adj" fmla="val 24242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6A79"/>
                </a:solidFill>
              </a:defRPr>
            </a:pPr>
            <a:r>
              <a:rPr sz="1350" b="0">
                <a:solidFill>
                  <a:srgbClr val="706A79"/>
                </a:solidFill>
              </a:rPr>
              <a:t>출력할 필요 없이 월별 자료를 열고</a:t>
            </a:r>
          </a:p>
          <a:p xmlns:a="http://schemas.openxmlformats.org/drawingml/2006/main">
            <a:pPr algn="l">
              <a:defRPr sz="1350" b="0">
                <a:solidFill>
                  <a:srgbClr val="706A79"/>
                </a:solidFill>
              </a:defRPr>
            </a:pPr>
            <a:r>
              <a:rPr sz="1350" b="0">
                <a:solidFill>
                  <a:srgbClr val="706A79"/>
                </a:solidFill>
              </a:rPr>
              <a:t>팀미팅에서 바로 함께 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580DD-BCF4-44EC-99AC-011940AF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238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6E0EA"/>
          </a:solidFill>
          <a:ln xmlns:a="http://schemas.openxmlformats.org/drawingml/2006/main" w="9525">
            <a:solidFill>
              <a:srgbClr val="E6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E89E4-FB26-4280-AA1E-9C85F65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905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B4A"/>
                </a:solidFill>
              </a:defRPr>
            </a:pPr>
            <a:r>
              <a:rPr sz="1350" b="1">
                <a:solidFill>
                  <a:srgbClr val="FF9B4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BF141-BD31-4922-BE55-B7976253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476750" cy="41910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F"/>
                </a:solidFill>
              </a:defRPr>
            </a:pPr>
            <a:r>
              <a:rPr sz="2025" b="1">
                <a:solidFill>
                  <a:srgbClr val="17151F"/>
                </a:solidFill>
              </a:rPr>
              <a:t>필요한 교육 찾아보기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34BF8-D9EA-4EEF-BD5D-2F9B6D3D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628650"/>
          </a:xfrm>
          <a:prstGeom xmlns:a="http://schemas.openxmlformats.org/drawingml/2006/main" prst="roundRect">
            <a:avLst>
              <a:gd name="adj" fmla="val 24242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6A79"/>
                </a:solidFill>
              </a:defRPr>
            </a:pPr>
            <a:r>
              <a:rPr sz="1350" b="0">
                <a:solidFill>
                  <a:srgbClr val="706A79"/>
                </a:solidFill>
              </a:rPr>
              <a:t>상담력 인사이트와 우수사례에서</a:t>
            </a:r>
          </a:p>
          <a:p xmlns:a="http://schemas.openxmlformats.org/drawingml/2006/main">
            <a:pPr algn="l">
              <a:defRPr sz="1350" b="0">
                <a:solidFill>
                  <a:srgbClr val="706A79"/>
                </a:solidFill>
              </a:defRPr>
            </a:pPr>
            <a:r>
              <a:rPr sz="1350" b="0">
                <a:solidFill>
                  <a:srgbClr val="706A79"/>
                </a:solidFill>
              </a:rPr>
              <a:t>지금 필요한 내용을 골라봅니다.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28BD0-0637-4FB3-9981-641BCF99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5238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6E0EA"/>
          </a:solidFill>
          <a:ln xmlns:a="http://schemas.openxmlformats.org/drawingml/2006/main" w="9525">
            <a:solidFill>
              <a:srgbClr val="E6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5809D-F3C5-447A-BE73-09E744F2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5905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D69"/>
                </a:solidFill>
              </a:defRPr>
            </a:pPr>
            <a:r>
              <a:rPr sz="1350" b="1">
                <a:solidFill>
                  <a:srgbClr val="168D6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C0FDE-E822-40B6-B813-C5F7F92A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4476750" cy="41910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F"/>
                </a:solidFill>
              </a:defRPr>
            </a:pPr>
            <a:r>
              <a:rPr sz="2025" b="1">
                <a:solidFill>
                  <a:srgbClr val="17151F"/>
                </a:solidFill>
              </a:rPr>
              <a:t>RP할 때 참고하기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34F50-5383-4E6A-B30A-641019E8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476750" cy="628650"/>
          </a:xfrm>
          <a:prstGeom xmlns:a="http://schemas.openxmlformats.org/drawingml/2006/main" prst="roundRect">
            <a:avLst>
              <a:gd name="adj" fmla="val 24242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6A79"/>
                </a:solidFill>
              </a:defRPr>
            </a:pPr>
            <a:r>
              <a:rPr sz="1350" b="0">
                <a:solidFill>
                  <a:srgbClr val="706A79"/>
                </a:solidFill>
              </a:rPr>
              <a:t>우수사례 영상과 롤플레잉 룰렛으로</a:t>
            </a:r>
          </a:p>
          <a:p xmlns:a="http://schemas.openxmlformats.org/drawingml/2006/main">
            <a:pPr algn="l">
              <a:defRPr sz="1350" b="0">
                <a:solidFill>
                  <a:srgbClr val="706A79"/>
                </a:solidFill>
              </a:defRPr>
            </a:pPr>
            <a:r>
              <a:rPr sz="1350" b="0">
                <a:solidFill>
                  <a:srgbClr val="706A79"/>
                </a:solidFill>
              </a:rPr>
              <a:t>주제를 정하고 말하기 연습을 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D4246-5D62-46A9-A4E0-4941538E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43600"/>
            <a:ext cx="52768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CE811-45B5-4E34-A90C-FE9014B8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43600"/>
            <a:ext cx="4972050" cy="438150"/>
          </a:xfrm>
          <a:prstGeom xmlns:a="http://schemas.openxmlformats.org/drawingml/2006/main" prst="roundRect">
            <a:avLst>
              <a:gd name="adj" fmla="val 34783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F4CF5"/>
                </a:solidFill>
              </a:defRPr>
            </a:pPr>
            <a:r>
              <a:rPr sz="1200" b="1">
                <a:solidFill>
                  <a:srgbClr val="6F4CF5"/>
                </a:solidFill>
              </a:rPr>
              <a:t>오른쪽 상단 도움말에서 기능 설명과 ‘바로 시작’ 확인</a:t>
            </a:r>
          </a:p>
        </p:txBody>
      </p:sp>
    </p:spTree>
    <p:extLst>
      <p:ext uri="{BB962C8B-B14F-4D97-AF65-F5344CB8AC3E}">
        <p14:creationId xmlns:p14="http://schemas.microsoft.com/office/powerpoint/2010/main" val="579904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2026-08-28T07:18:34.7140000Z</dcterms:created>
  <dcterms:modified xsi:type="dcterms:W3CDTF">2026-08-28T07:18:34.7140000Z</dcterms:modified>
</coreProperties>
</file>